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2312035" y="1367790"/>
            <a:ext cx="6548755" cy="2865120"/>
          </a:xfrm>
          <a:prstGeom prst="roundRect">
            <a:avLst>
              <a:gd name="adj" fmla="val 8919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312670" y="551815"/>
            <a:ext cx="6548120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Transformer Layer i output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357245" y="1551940"/>
            <a:ext cx="4458970" cy="56896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Down-Projection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357245" y="2472690"/>
            <a:ext cx="4458970" cy="56896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No-Linear (e.g., ReLU)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357880" y="3393440"/>
            <a:ext cx="4458335" cy="56896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Up-Projection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613910" y="4479925"/>
            <a:ext cx="1958340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Add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312670" y="5339715"/>
            <a:ext cx="6548120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Transformer Layer i+1 input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>
            <a:stCxn id="4" idx="2"/>
            <a:endCxn id="5" idx="0"/>
          </p:cNvCxnSpPr>
          <p:nvPr/>
        </p:nvCxnSpPr>
        <p:spPr>
          <a:xfrm>
            <a:off x="5586730" y="1120775"/>
            <a:ext cx="0" cy="43116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5" idx="2"/>
            <a:endCxn id="6" idx="0"/>
          </p:cNvCxnSpPr>
          <p:nvPr/>
        </p:nvCxnSpPr>
        <p:spPr>
          <a:xfrm>
            <a:off x="5586730" y="2120900"/>
            <a:ext cx="0" cy="35179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2"/>
            <a:endCxn id="7" idx="0"/>
          </p:cNvCxnSpPr>
          <p:nvPr/>
        </p:nvCxnSpPr>
        <p:spPr>
          <a:xfrm>
            <a:off x="5586730" y="3041650"/>
            <a:ext cx="635" cy="35179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2"/>
            <a:endCxn id="8" idx="0"/>
          </p:cNvCxnSpPr>
          <p:nvPr/>
        </p:nvCxnSpPr>
        <p:spPr>
          <a:xfrm>
            <a:off x="5587365" y="3962400"/>
            <a:ext cx="5715" cy="51752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stCxn id="4" idx="1"/>
            <a:endCxn id="8" idx="1"/>
          </p:cNvCxnSpPr>
          <p:nvPr/>
        </p:nvCxnSpPr>
        <p:spPr>
          <a:xfrm rot="10800000" flipH="1" flipV="1">
            <a:off x="2312670" y="836295"/>
            <a:ext cx="2301240" cy="3928110"/>
          </a:xfrm>
          <a:prstGeom prst="bentConnector3">
            <a:avLst>
              <a:gd name="adj1" fmla="val -10348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8" idx="2"/>
            <a:endCxn id="9" idx="0"/>
          </p:cNvCxnSpPr>
          <p:nvPr/>
        </p:nvCxnSpPr>
        <p:spPr>
          <a:xfrm flipH="1">
            <a:off x="5586730" y="5048885"/>
            <a:ext cx="6350" cy="29083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867015" y="2523490"/>
            <a:ext cx="995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Adapter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WPS 演示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SimSun</vt:lpstr>
      <vt:lpstr>Wingdings</vt:lpstr>
      <vt:lpstr>Arial Unicode MS</vt:lpstr>
      <vt:lpstr>Calibri</vt:lpstr>
      <vt:lpstr>Microsoft YaHei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辰</cp:lastModifiedBy>
  <cp:revision>10</cp:revision>
  <dcterms:created xsi:type="dcterms:W3CDTF">2023-08-09T12:44:00Z</dcterms:created>
  <dcterms:modified xsi:type="dcterms:W3CDTF">2026-03-21T15:16:26Z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6348B6EBA7174E9F9D02A85BA5278560_12</vt:lpwstr>
  </property>
</Properties>
</file>